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68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Wake Word Detection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listening — Jarvis activates only when you say its name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 Detection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transcription for the trigger word 'Jarvis' before doing expensive processing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Listening Loop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True loop keeps the system running indefinitely, always ready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Operation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 presses — just say 'Jarvis' followed by your request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Conversation Memory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list lives outside the loop so Jarvis remembers across multiple activations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Trade-offs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why this simple approach differs from how Alexa, Siri, and Google actually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Listening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— always 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runs forever; Ctrl+C or a fatal exception exits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utterance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detect_speech() captures anything spoken near the mic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first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captured utterance is sent to Whisper — even non-Jarvis speech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trigger word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TRIGGER_WORD in user_text.lower() — only then do we call ChatGPT and speak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when ignored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'Trigger word not found' message so users know the system heard them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TRIGGER_WORD = 'jarvis'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 = detect_speech(sr)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user_text = transcribe_audio(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audio, sr)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TRIGGER_WORD in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user_text.lower():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messages.append({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'role':'user',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'content': user_text})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get_chatgpt_response(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speak_text(response)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print('⏳ Waiting...')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 vs. Real Products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simplified approach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Whisper transcription → check if 'jarvis' appears → act. Simple but spends API credits on every background utterance.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Alexa/Siri/Google work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on-device wake word model (a few MB) runs 24/7 using very little power. Only after it fires does cloud transcription begin.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difference matters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 need zero cloud cost until activation. Our approach is a great learning prototype but not production-efficient.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'Porcupine wake word' or 'openWakeWord' to see how on-device detection is built.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wake word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TRIGGER_WORD = 'jarvis' to 'hey computer'. What happens with a two-word phrase?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mode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Jarvis responds, make it say 'Going to sleep' and require the wake word twice before responding again.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wake words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'jarvis' OR 'computer' appears in the transcription.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cost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interactions, check your OpenAI dashboard. How many API calls per real Jarvis interaction?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on, you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what wake word detection is and why it's useful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how the continuous listening while True loop works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Successfully activate Jarvis with the trigger word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the difference between listening mode and processing mode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Describe how our simplified approach differs from Alexa/Siri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Troubleshoot wake word false-negatives and missed activations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348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  ·  Module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Function Calling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Jarvis superpowers: real weather data, timers, and extensible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Folder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production-ready version with hardware indicators and auto-start on boot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Wake Word Detection</dc:title>
  <dc:subject>PptxGenJS Presentation</dc:subject>
  <dc:creator>PptxGenJS</dc:creator>
  <cp:lastModifiedBy>PptxGenJS</cp:lastModifiedBy>
  <cp:revision>1</cp:revision>
  <dcterms:created xsi:type="dcterms:W3CDTF">2026-03-21T21:06:40Z</dcterms:created>
  <dcterms:modified xsi:type="dcterms:W3CDTF">2026-03-21T21:06:40Z</dcterms:modified>
</cp:coreProperties>
</file>