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68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Activity Detection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when someone is speaking — and when they stop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Activity Detection (VAD)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webrtcvad analyzes 30 ms audio frames and classifies each as 'speech' or 'silence'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Streaming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generator yields one audio frame at a time instead of recording then processing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Algorithm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of fixed size creates a sliding window to smooth out VAD jitter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runs forever in a for-loop, only breaking when sustained silence is detected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chunks (30 ms) keep latency low while still giving VAD enough signal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Ring Buffer Algorithm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ring buffer?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can be 'jumpy' — one quiet frame doesn't mean the speaker stopped. Requiring 90% of a 700 ms window to be silent gives smooth, natural boundaries.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Waiting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fill the buffer. When 90% are voiced, speech is confirmed and recording starts (including buffered lead-in).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Recording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appended to voiced_frames. When 90% of buffer is silent → speaker finished → break.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Lead-in preservation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contents at trigger time are prepended so the first syllable is never cut off.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pattern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 = collections.deque(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maxlen=int(700/frame_ms))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1: waiting for speech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ring.append(frame)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voiced = [f for f in ring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vad.is_speech(f, sr)]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len(voiced)/len(ring) &gt; 0.9: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triggered = True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2: watching for silence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 = [f for f in ring if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 vad.is_speech(f, sr)]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len(silent)/len(ring) &gt; 0.9: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  # speaker done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Generator-Based Audio Stream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vs. callback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callback function, audio_stream() uses yield. The caller pulls one 30 ms frame at a time — simpler and more Pythonic.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size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frame_size = samplerate × 0.030 = 480 samples per frame at 16 kHz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operation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inside the generator keeps producing frames until the for-loop breaks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cleanup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sd.InputStream(...) context manager closes the microphone when iteration ends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audio_stream() generator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audio_stream(sr=16000, ms=30):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frame_size = int(sr * ms/1000)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sd.InputStream(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samplerate=sr,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channels=1,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dtype='int16') as stream: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True: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audio = stream.read(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frame_size)[0].flatten()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audio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Caller: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frame in audio_stream():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vad.is_speech(frame.tobytes(), sr):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aggressiveness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vad_level from 2 to 0 or 3. What breaks? What improves?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silence window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700 ms to 300 ms or 1500 ms. How does it affect when recording stops?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frames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counter for total frames processed vs. those in voiced_frames. What ratio do you get?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returned audio array with matplotlib. Can you see where speech starts and ends?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on, you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what Voice Activity Detection is and why it's useful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how real-time audio streaming works with generators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the difference between streaming and batch recording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Modify VAD aggressiveness and observe the effects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Troubleshoot common VAD false-positive/false-negative issues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how the ring buffer smooths speech boundaries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348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  ·  Module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Speech-to-Text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detected speech to OpenAI Whisper and receive a text transcription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AI Chat Response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transcription to ChatGPT for an intelligent text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Text-to-Speech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51129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Jarvis speak its responses aloud to complete the voice loop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Voice Activity Detection</dc:title>
  <dc:subject>PptxGenJS Presentation</dc:subject>
  <dc:creator>PptxGenJS</dc:creator>
  <cp:lastModifiedBy>PptxGenJS</cp:lastModifiedBy>
  <cp:revision>1</cp:revision>
  <dcterms:created xsi:type="dcterms:W3CDTF">2026-03-21T21:06:40Z</dcterms:created>
  <dcterms:modified xsi:type="dcterms:W3CDTF">2026-03-21T21:06:40Z</dcterms:modified>
</cp:coreProperties>
</file>