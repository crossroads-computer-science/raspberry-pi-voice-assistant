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22960"/>
            <a:ext cx="1005840" cy="10058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68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Recording &amp; Playback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foundation — record 3 seconds of audio and play it back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Input/Output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from a microphone and play back through speakers using sounddevice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Formats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sample rates (16 kHz), bit depth (int16), and mono vs. stereo channels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Audio Libraries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sounddevice for I/O and numpy to represent audio as arrays of numbers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Error Handling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handle missing or unavailable audio devices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Processing Pipeline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foundation that every later module will depend 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Concepts: Sampling &amp;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Sampling (16 kHz)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 measurements per second — enough to capture all human speech frequencies up to 8 kHz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Type: int16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is a 16-bit integer (−32,768 to +32,767), giving 96 dB of dynamic range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Channel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audio halves the data vs. stereo and works better for speech recognition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data is represented as a flat numpy array — easy to slice, manipulate, and pass between functions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audio.py constants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SAMPLERATE = 16000  # 16 kHz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  = 3      # seconds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   = 1      # mono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      = np.int16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AD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frames = rate × duration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FRAMES = SAMPLERATE * DURATION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AD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48,000 samples captured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Open Stream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sd.InputStream() opens the microphone; analog sound → digital samples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Read Frames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stream.read(FRAMES) blocks until all frames are captured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Convert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np.frombuffer() turns raw bytes into a numpy array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Play Back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sd.play(audio, SAMPLERATE) sends the array back to the sound card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Wait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sd.wait() blocks until playback finishes before the script exits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snippet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sd.InputStream(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samplerate=SAMPLERATE,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channels=1,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dtype=np.int16) as stream: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data, _ = stream.read(FRAMES)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audio = np.frombuffer(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data, dtype=np.int16)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sd.play(audio, SAMPLERATE)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sd.wait()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duration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DURATION = 3 in main.py. What's the shortest recording that still sounds complete?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sample rate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SAMPLERATE = 8000 or 44100. Notice quality vs. file size trade-offs.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it down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audio by 0.5 before playback. What does that do to volume?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your samples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len(audio) after recording. Does it equal SAMPLERATE × DURATION?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on, you should be able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Record audio from your microphone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Play back recorded audio through speakers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what sample rate and bit depth mean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Describe the basic audio recording/playback pipeline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Troubleshoot common audio device issues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348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  ·  Module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Voice Activity Detection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4996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continuously and only capture audio when someone speaks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Speech-to-Text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captured audio to OpenAI Whisper and get back a transcription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821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AI Chat Response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351129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transcriptions to ChatGPT and display an intelligent reply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Audio Recording &amp; Playback</dc:title>
  <dc:subject>PptxGenJS Presentation</dc:subject>
  <dc:creator>PptxGenJS</dc:creator>
  <cp:lastModifiedBy>PptxGenJS</cp:lastModifiedBy>
  <cp:revision>1</cp:revision>
  <dcterms:created xsi:type="dcterms:W3CDTF">2026-03-21T21:06:40Z</dcterms:created>
  <dcterms:modified xsi:type="dcterms:W3CDTF">2026-03-21T21:06:40Z</dcterms:modified>
</cp:coreProperties>
</file>