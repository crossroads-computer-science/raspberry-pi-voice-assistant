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22960"/>
            <a:ext cx="1005840" cy="10058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68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Conversations with ChatGPT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once — Jarvis transcribes, thinks, and replies with a text response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API Integration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openai.chat.completions.create() to send messages and receive AI-generated replies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Messages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'system' role message defines Jarvis's personality and behavior before any user turn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messages list grows with every exchange so the AI can reference what was said earlier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user / assistant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has a role. User = what you said. Assistant = what Jarvis replied.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interprets meaning, context, and tone — not just keywords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 Memory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(index 0)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for the whole session. Defines Jarvis's name, personality, and rules.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turn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messages.append({'role':'user','content': text})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turn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messages.append({'role':'assistant','content': response})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context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turn sees the full history — that's how follow-up questions work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implication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conversations use more tokens. Context window limits apply.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list over 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'role': 'system',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'content': 'You are Jarvis, a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helpful sarcastic assistant.' },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Turn 1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'role': 'user',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'content': 'Hello Jarvis!' },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'role': 'assistant',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'content': 'Well, finally...' },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Turn 2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'role': 'user',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'content': 'Tell me a joke.' },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Chat 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 &amp; transcribe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detect_speech() → transcribe_audio() → user_text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Append user message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messages.append({'role':'user','content': user_text})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Call ChatGPT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= get_chatgpt_response(messages) — sends the whole history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Display &amp; save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response, then append as {'role':'assistant','content': response}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Loop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Jarvis remembers everything said so far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get_chatgpt_response()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get_chatgpt_response(messages):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OpenAI()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client.chat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.completions.create(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model='gpt-4o-mini',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messages=messages,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max_tokens=500,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resp.choices[0]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.message.content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personality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system message content. Make Jarvis formal, poetic, or overly enthusiastic.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listen/respond block in a while True loop. Does Jarvis remember earlier turns?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messages list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messages at the end of each loop iteration. Notice how it grows.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tokens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OpenAI dashboard after 5 exchanges. What's the cost as the conversation grows longer?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on, you should be able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how AI conversations work vs. simple Q&amp;A lookup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the role of system messages in shaping AI personality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Successfully have a multi-turn conversation with Jarvis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how conversation context (the messages list) is maintained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Customize the AI's personality and behavior via the system prompt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 common API and conversation flow issues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348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  ·  Module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Text-to-Speech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4996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Jarvis speak its replies aloud — completing the full voice-to-voice loop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Wake Word Detection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hands-free activation with a trigger word so Jarvis is always listening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1821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Function Calling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351129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Jarvis real-world tools: weather, timers, and more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AI Conversations with ChatGPT</dc:title>
  <dc:subject>PptxGenJS Presentation</dc:subject>
  <dc:creator>PptxGenJS</dc:creator>
  <cp:lastModifiedBy>PptxGenJS</cp:lastModifiedBy>
  <cp:revision>1</cp:revision>
  <dcterms:created xsi:type="dcterms:W3CDTF">2026-03-21T21:06:40Z</dcterms:created>
  <dcterms:modified xsi:type="dcterms:W3CDTF">2026-03-21T21:06:40Z</dcterms:modified>
</cp:coreProperties>
</file>