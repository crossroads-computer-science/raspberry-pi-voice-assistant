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822960"/>
            <a:ext cx="1005840" cy="10058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686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Speech-to-Text with Whisper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a sentence — Whisper converts it to text in real time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(STT)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spoken words into written text the computer can process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API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OpenAI's world-class STT model trained on millions of hours of multilingual audio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File Handling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numpy array to a temporary WAV file before sending to the API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Management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secrets in a .env file and load them with python-dotenv — never hard-code keys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handle API failures, network issues, and empty transcriptions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Three-Step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82296" cy="3977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60120"/>
            <a:ext cx="3621024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Record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detect_speech() (from Module 2) captures audio as a numpy array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Prepare WAV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scipy.io.wavfile.write() saves the array to a NamedTemporaryFile with a .wav suffix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Transcribe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client.audio.transcriptions.create() sends the file to Whisper and returns text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automatic</a:t>
            </a:r>
            <a:endParaRPr lang="en-US" sz="15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with block deletes the temp file once the API call completes — no storage buildup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977640"/>
          </a:xfrm>
          <a:prstGeom prst="rect">
            <a:avLst/>
          </a:prstGeom>
          <a:solidFill>
            <a:srgbClr val="1E3348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9601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transcribe_audio()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417320"/>
            <a:ext cx="3886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tempfile, scipy.io.wavfile as wav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openai import OpenAI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transcribe_audio(audio, sr=16000):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 = OpenAI()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tempfile.NamedTemporaryFile(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suffix='.wav') as tmp: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wav.write(tmp.name, sr, audio)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open(tmp.name,'rb') as f: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resp = client.audio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.transcriptions.create(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model='whisper-1',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file=f)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resp.text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Whisper Is Impressive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680,000 hours of audio in 99 languages — automatically detects the language spoken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robust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background noise, accents, and varying speaking speeds without special configuration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fine-tuning needed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whisper-1 API model works out of the box for most use cases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awareness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uses surrounding words to disambiguate homophones — 'there', 'their', 'they're'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at a low per-minute rate — ideal for learning and prototyping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 Challenges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046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82296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7680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limits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whispering, speaking with an accent, or saying something in another language. How accurate is Whisper?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chat.py, change 'whisper-1' to 'gpt-4o-mini-transcribe'. Is there a difference in accuracy or speed?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raw response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full response object before .text. What other metadata does Whisper return?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the API call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A6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transcriptions.create() with time.time() calls. How long is the round-trip?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on, you should be able 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what speech-to-text is and why it's useful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how the Whisper API works end-to-end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Successfully transcribe your own speech using the pipeline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Handle common transcription issues (API key, audio quality)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the difference between raw audio data and audio files</a:t>
            </a:r>
            <a:endParaRPr lang="en-US" sz="15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 why temporary files are used and how cleanup works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348"/>
          </a:solidFill>
          <a:ln w="12700">
            <a:solidFill>
              <a:srgbClr val="1E33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Voice Assistant  ·  Module complete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AI Chat Response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149961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transcription to ChatGPT and get an intelligent conversational reply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Text-to-Speech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88720" y="250545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AI speak its replies aloud for a full voice loop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18211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Wake Word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351129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hands-free activation so Jarvis responds only when called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Speech-to-Text with Whisper</dc:title>
  <dc:subject>PptxGenJS Presentation</dc:subject>
  <dc:creator>PptxGenJS</dc:creator>
  <cp:lastModifiedBy>PptxGenJS</cp:lastModifiedBy>
  <cp:revision>1</cp:revision>
  <dcterms:created xsi:type="dcterms:W3CDTF">2026-03-21T21:06:40Z</dcterms:created>
  <dcterms:modified xsi:type="dcterms:W3CDTF">2026-03-21T21:06:40Z</dcterms:modified>
</cp:coreProperties>
</file>