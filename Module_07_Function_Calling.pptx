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22960"/>
            <a:ext cx="1005840" cy="10058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68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Calling &amp; AI Tools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'Jarvis, what's the weather?' — it actually checks. Give AI real-world powers.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Python functions to ChatGPT in JSON; the model decides when and how to call them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has a name, description, and parameter schema — the AI reads these at runtime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Two-Step API Pattern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call: AI decides what to do. Second call: AI narrates the results. Two round-trips per tool use.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Selection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the right tool automatically — you just need to ask naturally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Tools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get_weather(), get_time(), and set_timer() ship in tools.py as working examples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Two-Step API Pattern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Tool decision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 + tool definitions. If the model needs data, it returns tool_calls (not text yet).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function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tool_call.function.name and .arguments, call the matching Python function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tool result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'tool' role message with tool_call_id and the function's return value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Final response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 again. Now the model has real data and returns a natural-language answer.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the answer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speak_text() delivers the response — Jarvis gives an accurate, data-driven reply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AD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AI decides what to do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client.chat.completions.create(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messages=messages, tools=tools)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resp.choices[0].message.tool_calls: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tc in tool_calls: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call_fn(tc)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messages.append({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'role': 'tool',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'content': str(result)})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2 — AI narrates the result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= client.chat.completions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.create(messages=messages)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Tools for the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'function'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API this is a callable function, not a retrieval or code_interpreter tool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exactly match the Python function you'll dispatch to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— the AI reads this to decide when to use the tool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(JSON Schema)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types, descriptions, and required fields. The AI fills these in from context.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whitelisted, explicitly defined functions can be called — the AI cannot run arbitrary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 example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'type': 'function',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'function': {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'name': 'get_weather',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'description': 'Get current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weather for a location',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'parameters': {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'type': 'object',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'properties': {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'latitude':  {'type':'number'},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'longitude': {'type':'number'}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'required': ['latitude',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'longitude']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get_joke() tool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a joke (hardcoded or from a free API). Register it in the tools list. Ask Jarvis to tell you a joke.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search_web() tool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function that opens google.com/search?q=... in the browser using webbrowser.open().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multi-tool calls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'Jarvis, what time is it and what's the weather?' Inspect response.tool_calls to see if both fire.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API failures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try/except in get_weather(). How does Jarvis respond gracefully when the weather API is down?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on, you should be able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what function calling is and why it's powerful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how AI chooses which tool to invoke based on tool descriptions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Successfully use Jarvis with at least two different function tools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the two-step API pattern (decision → execution → narration)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Troubleshoot common function-calling issues (wrong args, API errors)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how to add new tools to extend Jarvis's capabilities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348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  ·  Module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built a complete AI voice assistant!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4996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→ VAD → Whisper → ChatGPT + Tools → TTS → Speakers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production folder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hardware indicators, system monitoring, and auto-start on boot for a real deployment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821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for next steps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351129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camera, connect smart home devices, or deploy to the cloud with a persistent wake word model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Function Calling &amp; AI Tools</dc:title>
  <dc:subject>PptxGenJS Presentation</dc:subject>
  <dc:creator>PptxGenJS</dc:creator>
  <cp:lastModifiedBy>PptxGenJS</cp:lastModifiedBy>
  <cp:revision>1</cp:revision>
  <dcterms:created xsi:type="dcterms:W3CDTF">2026-03-21T21:06:40Z</dcterms:created>
  <dcterms:modified xsi:type="dcterms:W3CDTF">2026-03-21T21:06:40Z</dcterms:modified>
</cp:coreProperties>
</file>