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822960"/>
            <a:ext cx="1005840" cy="10058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686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Text-to-Speech Output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voice loop — Jarvis now speaks its responses back to you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(TTS)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Jarvis's text replies into spoken audio using platform TTS engines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TTS Backends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'say', Windows pyttsx3, Linux espeak — speak.py picks the right one automatically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Voice Loop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→ VAD → Whisper → ChatGPT → TTS → Speakers. End-to-end.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Quality Management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voice, rate, and volume for natural-sounding output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vs. async playback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blocks the main thread until speech finishes — avoiding overlapping audio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speak.py — Platform Detection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2296" cy="397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362102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macOS: 'say'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subprocess.run(['say', '-v', voice, '-r', str(rate), text]) — built-in, no install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pyttsx3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engine.say(text); engine.runAndWait() — cross-platform Python TTS library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Linux/RPi: espeak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subprocess.run(['espeak', '-v', voice, text]) — lightweight, runs offline on Pi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speak_text() tries each backend in order and falls back gracefully if one is missing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1E334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960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speak_text() skeleton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platform, subprocess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speak_text(text, voice='Alex',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rate=200):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os_name = platform.system()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os_name == 'Darwin':  # macOS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subprocess.run([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'say', '-v', voice,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'-r', str(rate), text])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os_name == 'Windows':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pyttsx3 path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# Linux / RPi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subprocess.run([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'espeak', text])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Voice Loop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Listen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detect_speech() from audio.py streams audio frames through webrtcvad until speech ends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Transcribe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transcribe_audio() sends the captured numpy array to Whisper and returns user_text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Think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get_chatgpt_response(messages) appends the user turn and fetches Jarvis's reply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Speak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speak_text(response) feeds the text reply to the platform TTS engine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Repeat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returns to Step 1 — Jarvis is ready for the next utterance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 Challenges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voice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macOS run 'say -v ?' to list voices. Pass a different name to speak_text(voice=...).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speed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rate=100 (slow) or rate=300 (fast). What's the most natural speed?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short responses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reply is under 10 words, print it but don't speak it. When would that be useful?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the full loop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from 'speech detected' to 'speaking done'. Which step is the bottleneck?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on, you should be able 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what text-to-speech is and why it completes the voice loop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how speak.py selects the right TTS engine for the platform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Successfully have Jarvis speak its responses aloud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Troubleshoot common TTS and audio output issues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the difference between old robotic TTS and modern neural TTS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all five stages of the complete voice pipeline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348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  ·  Module complete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Wake Word Detection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49961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hands-free activation — Jarvis listens passively and wakes on 'Jarvis'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Function Calling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Jarvis real-world superpowers: weather, timers, and custom tools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Text-to-Speech Output</dc:title>
  <dc:subject>PptxGenJS Presentation</dc:subject>
  <dc:creator>PptxGenJS</dc:creator>
  <cp:lastModifiedBy>PptxGenJS</cp:lastModifiedBy>
  <cp:revision>1</cp:revision>
  <dcterms:created xsi:type="dcterms:W3CDTF">2026-03-21T21:06:40Z</dcterms:created>
  <dcterms:modified xsi:type="dcterms:W3CDTF">2026-03-21T21:06:40Z</dcterms:modified>
</cp:coreProperties>
</file>